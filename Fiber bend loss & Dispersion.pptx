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A2C4CE-DCB8-4974-8BCA-CDCD1A6353B9}" type="datetimeFigureOut">
              <a:rPr lang="en-US" smtClean="0"/>
              <a:pPr/>
              <a:t>5/25/2010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7CD58C-C080-41B9-B210-188935C21E3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CD58C-C080-41B9-B210-188935C21E30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C2C2-8DF2-46DF-AA54-EF05888980CA}" type="datetimeFigureOut">
              <a:rPr lang="en-US" smtClean="0"/>
              <a:pPr/>
              <a:t>5/25/2010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9393-650A-4D6C-85D2-027EAF7B45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C2C2-8DF2-46DF-AA54-EF05888980CA}" type="datetimeFigureOut">
              <a:rPr lang="en-US" smtClean="0"/>
              <a:pPr/>
              <a:t>5/25/2010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9393-650A-4D6C-85D2-027EAF7B45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C2C2-8DF2-46DF-AA54-EF05888980CA}" type="datetimeFigureOut">
              <a:rPr lang="en-US" smtClean="0"/>
              <a:pPr/>
              <a:t>5/25/2010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9393-650A-4D6C-85D2-027EAF7B45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C2C2-8DF2-46DF-AA54-EF05888980CA}" type="datetimeFigureOut">
              <a:rPr lang="en-US" smtClean="0"/>
              <a:pPr/>
              <a:t>5/25/2010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9393-650A-4D6C-85D2-027EAF7B45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C2C2-8DF2-46DF-AA54-EF05888980CA}" type="datetimeFigureOut">
              <a:rPr lang="en-US" smtClean="0"/>
              <a:pPr/>
              <a:t>5/25/2010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9393-650A-4D6C-85D2-027EAF7B45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C2C2-8DF2-46DF-AA54-EF05888980CA}" type="datetimeFigureOut">
              <a:rPr lang="en-US" smtClean="0"/>
              <a:pPr/>
              <a:t>5/25/2010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9393-650A-4D6C-85D2-027EAF7B45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C2C2-8DF2-46DF-AA54-EF05888980CA}" type="datetimeFigureOut">
              <a:rPr lang="en-US" smtClean="0"/>
              <a:pPr/>
              <a:t>5/25/2010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9393-650A-4D6C-85D2-027EAF7B45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C2C2-8DF2-46DF-AA54-EF05888980CA}" type="datetimeFigureOut">
              <a:rPr lang="en-US" smtClean="0"/>
              <a:pPr/>
              <a:t>5/25/2010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9393-650A-4D6C-85D2-027EAF7B45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C2C2-8DF2-46DF-AA54-EF05888980CA}" type="datetimeFigureOut">
              <a:rPr lang="en-US" smtClean="0"/>
              <a:pPr/>
              <a:t>5/25/2010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9393-650A-4D6C-85D2-027EAF7B45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C2C2-8DF2-46DF-AA54-EF05888980CA}" type="datetimeFigureOut">
              <a:rPr lang="en-US" smtClean="0"/>
              <a:pPr/>
              <a:t>5/25/2010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9393-650A-4D6C-85D2-027EAF7B45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C2C2-8DF2-46DF-AA54-EF05888980CA}" type="datetimeFigureOut">
              <a:rPr lang="en-US" smtClean="0"/>
              <a:pPr/>
              <a:t>5/25/2010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39393-650A-4D6C-85D2-027EAF7B45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AC2C2-8DF2-46DF-AA54-EF05888980CA}" type="datetimeFigureOut">
              <a:rPr lang="en-US" smtClean="0"/>
              <a:pPr/>
              <a:t>5/25/2010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39393-650A-4D6C-85D2-027EAF7B45A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57400"/>
            <a:ext cx="7772400" cy="1470025"/>
          </a:xfrm>
        </p:spPr>
        <p:txBody>
          <a:bodyPr/>
          <a:lstStyle/>
          <a:p>
            <a:r>
              <a:rPr lang="en-US" dirty="0" smtClean="0"/>
              <a:t>Fiber bend loss &amp; Dispersion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A.Sangeetha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Bending loss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47800"/>
            <a:ext cx="83820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attenuation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905000"/>
            <a:ext cx="29146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3200" y="2438400"/>
            <a:ext cx="19812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71725" y="2971800"/>
            <a:ext cx="440055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4600" y="3505200"/>
            <a:ext cx="17430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71600" y="4038600"/>
            <a:ext cx="26765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43200" y="4572000"/>
            <a:ext cx="2971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reduce loss?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0637" y="1905000"/>
            <a:ext cx="6562725" cy="2895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ISI</a:t>
            </a:r>
          </a:p>
          <a:p>
            <a:r>
              <a:rPr lang="en-US" dirty="0" smtClean="0"/>
              <a:t>LIMITS MAX. POSSIBLE BANDWIDTH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228600"/>
            <a:ext cx="4267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124200"/>
            <a:ext cx="7315200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BIT RATE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57575" y="3048001"/>
            <a:ext cx="2228850" cy="1277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4343400"/>
            <a:ext cx="4038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3600" y="4419600"/>
            <a:ext cx="4000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57600" y="1524000"/>
            <a:ext cx="1581150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38400" y="2514600"/>
            <a:ext cx="4724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981200" y="2444750"/>
            <a:ext cx="3048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28600"/>
            <a:ext cx="87630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609600"/>
            <a:ext cx="457200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28956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2971800"/>
            <a:ext cx="197167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71600" y="2286000"/>
            <a:ext cx="33623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76800" y="2209800"/>
            <a:ext cx="26955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48200" y="3581400"/>
            <a:ext cx="290512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00200" y="3505200"/>
            <a:ext cx="19050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572000" y="4953000"/>
            <a:ext cx="2667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737632" y="4876800"/>
            <a:ext cx="133894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MATERIAL DISPERSION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76400"/>
            <a:ext cx="22193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1828800"/>
            <a:ext cx="21717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2038" y="2362200"/>
            <a:ext cx="70199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600200"/>
            <a:ext cx="6248400" cy="1781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3810000"/>
            <a:ext cx="70485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WAVEGUIDE DISPERSION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6987" y="2743201"/>
            <a:ext cx="4010025" cy="609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828800"/>
            <a:ext cx="39624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3810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4400" y="3810000"/>
            <a:ext cx="13525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29400" y="3886200"/>
            <a:ext cx="1743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INTERMODAL DISPERSION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00200"/>
            <a:ext cx="8153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DELAY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2209800"/>
            <a:ext cx="318135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600200"/>
            <a:ext cx="244792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47800" y="3657600"/>
            <a:ext cx="197167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71800" y="4267200"/>
            <a:ext cx="241935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48000" y="5257800"/>
            <a:ext cx="209550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66800" y="5105400"/>
            <a:ext cx="45243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INTERMODAL DISPERSION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81200"/>
            <a:ext cx="184785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3124200"/>
            <a:ext cx="609600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3600" y="3657600"/>
            <a:ext cx="5486400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52600" y="1514742"/>
            <a:ext cx="1323975" cy="37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52800" y="1600200"/>
            <a:ext cx="8286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343400" y="1600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1752600"/>
            <a:ext cx="1571625" cy="1224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676400"/>
            <a:ext cx="10382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6563" y="2971800"/>
            <a:ext cx="31908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52600" y="2667000"/>
            <a:ext cx="10001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76400" y="3810000"/>
            <a:ext cx="156210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81400" y="4495800"/>
            <a:ext cx="1514475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PERFECT STEP INDEX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209800"/>
            <a:ext cx="42576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0600" y="1447800"/>
            <a:ext cx="32289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2743200"/>
            <a:ext cx="196215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52800" y="2895600"/>
            <a:ext cx="218122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14400" y="3886200"/>
            <a:ext cx="18097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657600" y="4038600"/>
            <a:ext cx="19812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066800" y="5029200"/>
            <a:ext cx="27146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343400" y="4953000"/>
            <a:ext cx="25527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114800" y="5715000"/>
            <a:ext cx="247650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143000" y="5715000"/>
            <a:ext cx="27908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3" name="Picture 1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324600" y="1524000"/>
            <a:ext cx="234315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MULTIMODE STEP INDEX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447800"/>
            <a:ext cx="3962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3200" y="4953000"/>
            <a:ext cx="26003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62448" y="4086896"/>
            <a:ext cx="19240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Graded </a:t>
            </a:r>
            <a:r>
              <a:rPr lang="en-US" smtClean="0"/>
              <a:t>index fiber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2667000"/>
            <a:ext cx="15525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1676400"/>
            <a:ext cx="302895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1752600"/>
            <a:ext cx="21812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43</Words>
  <Application>Microsoft Office PowerPoint</Application>
  <PresentationFormat>On-screen Show (4:3)</PresentationFormat>
  <Paragraphs>18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Fiber bend loss &amp; Dispersion</vt:lpstr>
      <vt:lpstr>Bending loss</vt:lpstr>
      <vt:lpstr>attenuation</vt:lpstr>
      <vt:lpstr>How to reduce loss?</vt:lpstr>
      <vt:lpstr>Slide 5</vt:lpstr>
      <vt:lpstr>BIT RATE</vt:lpstr>
      <vt:lpstr>Slide 7</vt:lpstr>
      <vt:lpstr>Slide 8</vt:lpstr>
      <vt:lpstr>MATERIAL DISPERSION</vt:lpstr>
      <vt:lpstr>Slide 10</vt:lpstr>
      <vt:lpstr>WAVEGUIDE DISPERSION</vt:lpstr>
      <vt:lpstr>INTERMODAL DISPERSION</vt:lpstr>
      <vt:lpstr>TIME DELAY</vt:lpstr>
      <vt:lpstr>INTERMODAL DISPERSION</vt:lpstr>
      <vt:lpstr>contd</vt:lpstr>
      <vt:lpstr>PERFECT STEP INDEX</vt:lpstr>
      <vt:lpstr>MULTIMODE STEP INDEX</vt:lpstr>
      <vt:lpstr>Graded index fiber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Fiber bend loss &amp; Dispersion</dc:title>
  <dc:creator>administrator</dc:creator>
  <cp:lastModifiedBy>administrator</cp:lastModifiedBy>
  <cp:revision>6</cp:revision>
  <dcterms:created xsi:type="dcterms:W3CDTF">2010-05-24T06:21:20Z</dcterms:created>
  <dcterms:modified xsi:type="dcterms:W3CDTF">2010-05-25T07:56:47Z</dcterms:modified>
</cp:coreProperties>
</file>